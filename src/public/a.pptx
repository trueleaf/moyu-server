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>
      <p:cViewPr varScale="1">
        <p:scale>
          <a:sx n="99" d="100"/>
          <a:sy n="99" d="100"/>
        </p:scale>
        <p:origin x="84" y="582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7" Type="http://schemas.openxmlformats.org/officeDocument/2006/relationships/tableStyles" Target="tableStyles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tags" Target="../tags/tag65.xml"/><Relationship Id="rId2" Type="http://schemas.openxmlformats.org/officeDocument/2006/relationships/tags" Target="../tags/tag64.xml"/><Relationship Id="rId1" Type="http://schemas.openxmlformats.org/officeDocument/2006/relationships/tags" Target="../tags/tag63.xml"/></Relationships>
</file>

<file path=ppt/slides/_rels/slide2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tags" Target="../tags/tag68.xml"/><Relationship Id="rId2" Type="http://schemas.openxmlformats.org/officeDocument/2006/relationships/tags" Target="../tags/tag67.xml"/><Relationship Id="rId1" Type="http://schemas.openxmlformats.org/officeDocument/2006/relationships/tags" Target="../tags/tag6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/>
        <p:txBody>
          <a:bodyPr/>
          <a:p>
            <a:r>
              <a:rPr lang="zh-CN" altLang="zh-CN"/>
              <a:t>萨达萨达是</a:t>
            </a:r>
            <a:endParaRPr lang="zh-CN" altLang="zh-CN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2"/>
            </p:custDataLst>
          </p:nvPr>
        </p:nvSpPr>
        <p:spPr/>
        <p:txBody>
          <a:bodyPr/>
          <a:p>
            <a:r>
              <a:rPr lang="zh-CN" altLang="en-US"/>
              <a:t>萨达萨达萨达是</a:t>
            </a:r>
            <a:endParaRPr lang="zh-CN" altLang="en-US"/>
          </a:p>
        </p:txBody>
      </p:sp>
    </p:spTree>
    <p:custDataLst>
      <p:tags r:id="rId3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/>
        <p:txBody>
          <a:bodyPr/>
          <a:p>
            <a:r>
              <a:rPr lang="zh-CN" altLang="zh-CN"/>
              <a:t>萨达萨达是</a:t>
            </a:r>
            <a:endParaRPr lang="zh-CN" altLang="zh-CN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2"/>
            </p:custDataLst>
          </p:nvPr>
        </p:nvSpPr>
        <p:spPr/>
        <p:txBody>
          <a:bodyPr/>
          <a:p>
            <a:r>
              <a:rPr lang="zh-CN" altLang="en-US"/>
              <a:t>萨达萨达萨达是</a:t>
            </a:r>
            <a:endParaRPr lang="zh-CN" altLang="en-US"/>
          </a:p>
        </p:txBody>
      </p:sp>
    </p:spTree>
    <p:custDataLst>
      <p:tags r:id="rId3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SHOW_EDIT_AREA_INDICATION" val="1"/>
  <p:tag name="KSO_WM_UNIT_VALUE" val="28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05081_1*a*1"/>
  <p:tag name="KSO_WM_TEMPLATE_CATEGORY" val="custom"/>
  <p:tag name="KSO_WM_TEMPLATE_INDEX" val="20205081"/>
  <p:tag name="KSO_WM_UNIT_LAYERLEVEL" val="1"/>
  <p:tag name="KSO_WM_TAG_VERSION" val="1.0"/>
  <p:tag name="KSO_WM_BEAUTIFY_FLAG" val="#wm#"/>
</p:tagLst>
</file>

<file path=ppt/tags/tag64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SHOW_EDIT_AREA_INDICATION" val="1"/>
  <p:tag name="KSO_WM_UNIT_VALUE" val="111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custom20205081_1*b*1"/>
  <p:tag name="KSO_WM_TEMPLATE_CATEGORY" val="custom"/>
  <p:tag name="KSO_WM_TEMPLATE_INDEX" val="20205081"/>
  <p:tag name="KSO_WM_UNIT_LAYERLEVEL" val="1"/>
  <p:tag name="KSO_WM_TAG_VERSION" val="1.0"/>
  <p:tag name="KSO_WM_BEAUTIFY_FLAG" val="#wm#"/>
</p:tagLst>
</file>

<file path=ppt/tags/tag65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66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SHOW_EDIT_AREA_INDICATION" val="1"/>
  <p:tag name="KSO_WM_UNIT_VALUE" val="28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05081_1*a*1"/>
  <p:tag name="KSO_WM_TEMPLATE_CATEGORY" val="custom"/>
  <p:tag name="KSO_WM_TEMPLATE_INDEX" val="20205081"/>
  <p:tag name="KSO_WM_UNIT_LAYERLEVEL" val="1"/>
  <p:tag name="KSO_WM_TAG_VERSION" val="1.0"/>
  <p:tag name="KSO_WM_BEAUTIFY_FLAG" val="#wm#"/>
</p:tagLst>
</file>

<file path=ppt/tags/tag67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SHOW_EDIT_AREA_INDICATION" val="1"/>
  <p:tag name="KSO_WM_UNIT_VALUE" val="111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custom20205081_1*b*1"/>
  <p:tag name="KSO_WM_TEMPLATE_CATEGORY" val="custom"/>
  <p:tag name="KSO_WM_TEMPLATE_INDEX" val="20205081"/>
  <p:tag name="KSO_WM_UNIT_LAYERLEVEL" val="1"/>
  <p:tag name="KSO_WM_TAG_VERSION" val="1.0"/>
  <p:tag name="KSO_WM_BEAUTIFY_FLAG" val="#wm#"/>
</p:tagLst>
</file>

<file path=ppt/tags/tag68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24</Words>
  <Application>WPS 演示</Application>
  <PresentationFormat>宽屏</PresentationFormat>
  <Paragraphs>8</Paragraphs>
  <Slides>2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10" baseType="lpstr">
      <vt:lpstr>Arial</vt:lpstr>
      <vt:lpstr>宋体</vt:lpstr>
      <vt:lpstr>Wingdings</vt:lpstr>
      <vt:lpstr>Wingdings</vt:lpstr>
      <vt:lpstr>微软雅黑</vt:lpstr>
      <vt:lpstr>Arial Unicode MS</vt:lpstr>
      <vt:lpstr>Calibri</vt:lpstr>
      <vt:lpstr>WPS</vt:lpstr>
      <vt:lpstr>PowerPoint 演示文稿</vt:lpstr>
      <vt:lpstr>萨达萨达是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/>
  <cp:lastModifiedBy>癞疙宝</cp:lastModifiedBy>
  <cp:revision>156</cp:revision>
  <dcterms:created xsi:type="dcterms:W3CDTF">2019-06-19T02:08:00Z</dcterms:created>
  <dcterms:modified xsi:type="dcterms:W3CDTF">2025-01-15T02:44:36Z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2052-12.1.0.19770</vt:lpwstr>
  </property>
  <property fmtid="{D5CDD505-2E9C-101B-9397-08002B2CF9AE}" pid="3" name="ICV">
    <vt:lpwstr>2714BC2042754196817988410A36725A</vt:lpwstr>
  </property>
</Properties>
</file>